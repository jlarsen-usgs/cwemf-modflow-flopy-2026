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61" r:id="rId4"/>
    <p:sldId id="260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0DE9AA-D9A0-A547-A254-330F3E932892}" v="4" dt="2023-01-06T21:07:22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6" autoAdjust="0"/>
    <p:restoredTop sz="96327"/>
  </p:normalViewPr>
  <p:slideViewPr>
    <p:cSldViewPr snapToGrid="0">
      <p:cViewPr varScale="1">
        <p:scale>
          <a:sx n="48" d="100"/>
          <a:sy n="48" d="100"/>
        </p:scale>
        <p:origin x="55" y="9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gevin, Christian D" userId="c6cf8703-3b11-4b45-a4a0-dc93ff22b3b7" providerId="ADAL" clId="{940DE9AA-D9A0-A547-A254-330F3E932892}"/>
    <pc:docChg chg="undo custSel addSld delSld modSld sldOrd">
      <pc:chgData name="Langevin, Christian D" userId="c6cf8703-3b11-4b45-a4a0-dc93ff22b3b7" providerId="ADAL" clId="{940DE9AA-D9A0-A547-A254-330F3E932892}" dt="2023-01-06T21:08:45.391" v="502" actId="20577"/>
      <pc:docMkLst>
        <pc:docMk/>
      </pc:docMkLst>
      <pc:sldChg chg="del">
        <pc:chgData name="Langevin, Christian D" userId="c6cf8703-3b11-4b45-a4a0-dc93ff22b3b7" providerId="ADAL" clId="{940DE9AA-D9A0-A547-A254-330F3E932892}" dt="2023-01-03T18:21:52.609" v="373" actId="2696"/>
        <pc:sldMkLst>
          <pc:docMk/>
          <pc:sldMk cId="960867908" sldId="257"/>
        </pc:sldMkLst>
      </pc:sldChg>
      <pc:sldChg chg="modSp mod ord">
        <pc:chgData name="Langevin, Christian D" userId="c6cf8703-3b11-4b45-a4a0-dc93ff22b3b7" providerId="ADAL" clId="{940DE9AA-D9A0-A547-A254-330F3E932892}" dt="2023-01-03T18:17:58.502" v="211" actId="20578"/>
        <pc:sldMkLst>
          <pc:docMk/>
          <pc:sldMk cId="340178049" sldId="258"/>
        </pc:sldMkLst>
        <pc:spChg chg="mod">
          <ac:chgData name="Langevin, Christian D" userId="c6cf8703-3b11-4b45-a4a0-dc93ff22b3b7" providerId="ADAL" clId="{940DE9AA-D9A0-A547-A254-330F3E932892}" dt="2023-01-03T18:17:45.718" v="210" actId="27636"/>
          <ac:spMkLst>
            <pc:docMk/>
            <pc:sldMk cId="340178049" sldId="258"/>
            <ac:spMk id="3" creationId="{41055665-E30C-4C0A-B228-9135C28A0C03}"/>
          </ac:spMkLst>
        </pc:spChg>
      </pc:sldChg>
      <pc:sldChg chg="modSp mod">
        <pc:chgData name="Langevin, Christian D" userId="c6cf8703-3b11-4b45-a4a0-dc93ff22b3b7" providerId="ADAL" clId="{940DE9AA-D9A0-A547-A254-330F3E932892}" dt="2023-01-03T18:18:24.435" v="223" actId="20577"/>
        <pc:sldMkLst>
          <pc:docMk/>
          <pc:sldMk cId="2120448564" sldId="259"/>
        </pc:sldMkLst>
        <pc:spChg chg="mod">
          <ac:chgData name="Langevin, Christian D" userId="c6cf8703-3b11-4b45-a4a0-dc93ff22b3b7" providerId="ADAL" clId="{940DE9AA-D9A0-A547-A254-330F3E932892}" dt="2023-01-03T18:18:24.435" v="223" actId="20577"/>
          <ac:spMkLst>
            <pc:docMk/>
            <pc:sldMk cId="2120448564" sldId="259"/>
            <ac:spMk id="2" creationId="{F7CBB026-B0E1-4451-9450-41C79D76519A}"/>
          </ac:spMkLst>
        </pc:spChg>
      </pc:sldChg>
      <pc:sldChg chg="add del setBg">
        <pc:chgData name="Langevin, Christian D" userId="c6cf8703-3b11-4b45-a4a0-dc93ff22b3b7" providerId="ADAL" clId="{940DE9AA-D9A0-A547-A254-330F3E932892}" dt="2023-01-03T18:19:32.495" v="225"/>
        <pc:sldMkLst>
          <pc:docMk/>
          <pc:sldMk cId="264772349" sldId="260"/>
        </pc:sldMkLst>
      </pc:sldChg>
      <pc:sldChg chg="modSp new mod">
        <pc:chgData name="Langevin, Christian D" userId="c6cf8703-3b11-4b45-a4a0-dc93ff22b3b7" providerId="ADAL" clId="{940DE9AA-D9A0-A547-A254-330F3E932892}" dt="2023-01-03T18:20:16.667" v="372" actId="20577"/>
        <pc:sldMkLst>
          <pc:docMk/>
          <pc:sldMk cId="606592073" sldId="260"/>
        </pc:sldMkLst>
        <pc:spChg chg="mod">
          <ac:chgData name="Langevin, Christian D" userId="c6cf8703-3b11-4b45-a4a0-dc93ff22b3b7" providerId="ADAL" clId="{940DE9AA-D9A0-A547-A254-330F3E932892}" dt="2023-01-03T18:19:42.452" v="255" actId="20577"/>
          <ac:spMkLst>
            <pc:docMk/>
            <pc:sldMk cId="606592073" sldId="260"/>
            <ac:spMk id="2" creationId="{D55F4E4D-23DF-CF6F-6327-9F32C617F52D}"/>
          </ac:spMkLst>
        </pc:spChg>
        <pc:spChg chg="mod">
          <ac:chgData name="Langevin, Christian D" userId="c6cf8703-3b11-4b45-a4a0-dc93ff22b3b7" providerId="ADAL" clId="{940DE9AA-D9A0-A547-A254-330F3E932892}" dt="2023-01-03T18:20:16.667" v="372" actId="20577"/>
          <ac:spMkLst>
            <pc:docMk/>
            <pc:sldMk cId="606592073" sldId="260"/>
            <ac:spMk id="3" creationId="{91BA1444-5E7D-266B-C63D-AE96F558A1E3}"/>
          </ac:spMkLst>
        </pc:spChg>
      </pc:sldChg>
      <pc:sldChg chg="modSp new mod ord">
        <pc:chgData name="Langevin, Christian D" userId="c6cf8703-3b11-4b45-a4a0-dc93ff22b3b7" providerId="ADAL" clId="{940DE9AA-D9A0-A547-A254-330F3E932892}" dt="2023-01-06T21:08:45.391" v="502" actId="20577"/>
        <pc:sldMkLst>
          <pc:docMk/>
          <pc:sldMk cId="3638809977" sldId="261"/>
        </pc:sldMkLst>
        <pc:spChg chg="mod">
          <ac:chgData name="Langevin, Christian D" userId="c6cf8703-3b11-4b45-a4a0-dc93ff22b3b7" providerId="ADAL" clId="{940DE9AA-D9A0-A547-A254-330F3E932892}" dt="2023-01-03T18:23:34.643" v="383" actId="20577"/>
          <ac:spMkLst>
            <pc:docMk/>
            <pc:sldMk cId="3638809977" sldId="261"/>
            <ac:spMk id="2" creationId="{6447B205-7FB8-44BD-72B6-142103857678}"/>
          </ac:spMkLst>
        </pc:spChg>
        <pc:spChg chg="mod">
          <ac:chgData name="Langevin, Christian D" userId="c6cf8703-3b11-4b45-a4a0-dc93ff22b3b7" providerId="ADAL" clId="{940DE9AA-D9A0-A547-A254-330F3E932892}" dt="2023-01-06T21:08:45.391" v="502" actId="20577"/>
          <ac:spMkLst>
            <pc:docMk/>
            <pc:sldMk cId="3638809977" sldId="261"/>
            <ac:spMk id="3" creationId="{F0622775-CF0D-C562-910D-D34E484B5DFD}"/>
          </ac:spMkLst>
        </pc:spChg>
      </pc:sldChg>
      <pc:sldChg chg="addSp delSp new mod modClrScheme chgLayout">
        <pc:chgData name="Langevin, Christian D" userId="c6cf8703-3b11-4b45-a4a0-dc93ff22b3b7" providerId="ADAL" clId="{940DE9AA-D9A0-A547-A254-330F3E932892}" dt="2023-01-06T21:07:22.268" v="496"/>
        <pc:sldMkLst>
          <pc:docMk/>
          <pc:sldMk cId="182794772" sldId="262"/>
        </pc:sldMkLst>
        <pc:spChg chg="del">
          <ac:chgData name="Langevin, Christian D" userId="c6cf8703-3b11-4b45-a4a0-dc93ff22b3b7" providerId="ADAL" clId="{940DE9AA-D9A0-A547-A254-330F3E932892}" dt="2023-01-06T21:07:20.971" v="495" actId="700"/>
          <ac:spMkLst>
            <pc:docMk/>
            <pc:sldMk cId="182794772" sldId="262"/>
            <ac:spMk id="2" creationId="{3A5002E9-D4CC-8F31-B133-CCCADA847046}"/>
          </ac:spMkLst>
        </pc:spChg>
        <pc:spChg chg="del">
          <ac:chgData name="Langevin, Christian D" userId="c6cf8703-3b11-4b45-a4a0-dc93ff22b3b7" providerId="ADAL" clId="{940DE9AA-D9A0-A547-A254-330F3E932892}" dt="2023-01-06T21:07:20.971" v="495" actId="700"/>
          <ac:spMkLst>
            <pc:docMk/>
            <pc:sldMk cId="182794772" sldId="262"/>
            <ac:spMk id="3" creationId="{54C5C423-9C5B-C06C-D400-8BB79C6417A3}"/>
          </ac:spMkLst>
        </pc:spChg>
        <pc:picChg chg="add">
          <ac:chgData name="Langevin, Christian D" userId="c6cf8703-3b11-4b45-a4a0-dc93ff22b3b7" providerId="ADAL" clId="{940DE9AA-D9A0-A547-A254-330F3E932892}" dt="2023-01-06T21:07:22.268" v="496"/>
          <ac:picMkLst>
            <pc:docMk/>
            <pc:sldMk cId="182794772" sldId="262"/>
            <ac:picMk id="1026" creationId="{4C2C02D9-178B-0616-2C10-7D1D5B616059}"/>
          </ac:picMkLst>
        </pc:picChg>
      </pc:sldChg>
    </pc:docChg>
  </pc:docChgLst>
  <pc:docChgLst>
    <pc:chgData name="Sheets, Rodney A" userId="f1b919ca-9e0e-43c5-9ba5-f41e3026480d" providerId="ADAL" clId="{E971B98E-305C-4EBA-A095-D6DFD80CC70F}"/>
    <pc:docChg chg="modSld">
      <pc:chgData name="Sheets, Rodney A" userId="f1b919ca-9e0e-43c5-9ba5-f41e3026480d" providerId="ADAL" clId="{E971B98E-305C-4EBA-A095-D6DFD80CC70F}" dt="2019-05-20T12:50:08.685" v="58" actId="20577"/>
      <pc:docMkLst>
        <pc:docMk/>
      </pc:docMkLst>
      <pc:sldChg chg="modSp">
        <pc:chgData name="Sheets, Rodney A" userId="f1b919ca-9e0e-43c5-9ba5-f41e3026480d" providerId="ADAL" clId="{E971B98E-305C-4EBA-A095-D6DFD80CC70F}" dt="2019-05-20T12:50:08.685" v="58" actId="20577"/>
        <pc:sldMkLst>
          <pc:docMk/>
          <pc:sldMk cId="340178049" sldId="258"/>
        </pc:sldMkLst>
        <pc:spChg chg="mod">
          <ac:chgData name="Sheets, Rodney A" userId="f1b919ca-9e0e-43c5-9ba5-f41e3026480d" providerId="ADAL" clId="{E971B98E-305C-4EBA-A095-D6DFD80CC70F}" dt="2019-05-20T12:50:08.685" v="58" actId="20577"/>
          <ac:spMkLst>
            <pc:docMk/>
            <pc:sldMk cId="340178049" sldId="258"/>
            <ac:spMk id="3" creationId="{41055665-E30C-4C0A-B228-9135C28A0C0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AD12-5840-49B8-9F7B-CD1E3F405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B7E30-A531-4B58-96FE-0828E20D7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4F603-3A7B-4579-A54B-6ABA9A94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EE13B-5D34-4D55-B294-0E14EB23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E17CE-605F-47F3-89A6-606E8C6D0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08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94CCD-7DC4-47A3-813C-8FB472255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30A2-C87E-4296-AFCC-98D79F4BF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8679D-BC5B-4D3C-904F-82D02540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67830-D7CB-4C4C-85B5-98A5AE050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D43BE-C3F7-45A5-82CC-0D30EFCE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0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B660-63DA-490D-9AD4-27D6C75A3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90637-1A8E-4C8B-B595-4839411C5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C2DFE-51E9-4286-B8A8-1A1B74E2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73A7C-C708-4C62-AB6E-E29F1CAC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232CC-49DB-4D54-BE53-5F4A5FCF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E875-5EC0-4EEF-B359-8D48479D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4D04B-0D81-418F-B615-E5D601A71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9D560-FAB9-4BF5-9A2C-20686F898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E6B71-3029-4E0C-BEC2-8D53A666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7A9FF-5F7E-4446-9BB1-8725A4EFD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254EF-A2D5-43CF-B309-2C3A6C763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06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1237B-4749-4DE8-876C-D29280429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0EEB5-DBEC-4546-9C22-1D0EF9FF1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FCC84-9D35-4228-8DD7-5948BA6DC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6FBFB-E0E5-4E8E-8377-0C9054E4F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1236DD-7338-4F2E-8866-7DFB7FD0E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61004-BE47-46B8-8546-2941BA03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66275-7738-4699-8D7E-0CD96C56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13098-2C93-4579-B6F9-863470B4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99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7F9E4-BDB1-4E9D-A95C-1A1F1B6F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9585F6-8846-401A-BBF1-9A2CDC0B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68809-D914-487F-9ADF-BB353D1D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AA3F3-7A20-407E-9DEF-A71E29501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9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0C77D-AA19-4514-8BBE-62448C78B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B783D-C607-408C-9A41-6A0F164D6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CF6A6-D0CF-4CBF-8D09-BE396FB9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8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50F5-F1E0-46D7-A1E1-D384CD2B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339DF-F7F8-4DA3-9C91-7EA4D3C0E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CA8AC-C805-42B5-9D69-176D3E16A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C08B4-A12B-4160-801B-4B492908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EDAE1-1FF3-4721-B400-AC177626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CD18B-21D1-40CE-AB9B-2838CBD5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8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811D-A456-4458-B6F1-FE3A366EC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4429F-6583-4825-B594-7DFC07FFD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6369A-8349-4BC3-A4BF-1FFE29942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2A124-5A54-47E6-84BE-976737CAE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B9BE3-EC92-41F0-A027-48713F2D4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FD02F-B607-469C-92A0-16DA0066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6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AD93A-B3D8-4142-B5DE-CC4493C2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3F44D-3D29-489E-BE16-54D06B9E0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576C8-7738-405B-95A3-522AF5D9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5B3A3-A140-479C-9115-11DD3B662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85934-719C-4DE4-BBD1-72EB8C92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0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28E7E-1F04-48A1-B8AE-8AD5EDFFB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8D93D-58E7-451A-A0BD-BBD152FC8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C964A-BB5A-4009-B2A2-BBEB5019B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492B2-5C20-45BD-BB0B-438F0DB20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8E218-CF50-4AF7-9175-D3D0846A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58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068090-9E25-4391-8A1A-C0C7587CD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53639-0A90-41EE-85E5-C23696792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E7DF3-E4CE-495E-9027-436701103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7D022-4AB8-4563-B2ED-986503007F9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2C9E1-C3A4-44A2-B441-AF58267C2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783CD-6997-48BA-9823-A9259281E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E6E06-1932-4D04-AED3-FD670CC32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6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B026-B0E1-4451-9450-41C79D76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531"/>
            <a:ext cx="10515600" cy="425630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6600" dirty="0">
                <a:solidFill>
                  <a:schemeClr val="bg1"/>
                </a:solidFill>
              </a:rPr>
              <a:t>MODFLOW 6 and Python workflows for developing MODFLOW models</a:t>
            </a:r>
            <a:br>
              <a:rPr lang="en-US" sz="6600" dirty="0">
                <a:solidFill>
                  <a:schemeClr val="bg1"/>
                </a:solidFill>
              </a:rPr>
            </a:br>
            <a:br>
              <a:rPr lang="en-US" sz="6600" dirty="0">
                <a:solidFill>
                  <a:schemeClr val="bg1"/>
                </a:solidFill>
              </a:rPr>
            </a:br>
            <a:br>
              <a:rPr lang="en-US" sz="66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June 25-26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CWEMF – Sacramento, California</a:t>
            </a:r>
          </a:p>
        </p:txBody>
      </p:sp>
    </p:spTree>
    <p:extLst>
      <p:ext uri="{BB962C8B-B14F-4D97-AF65-F5344CB8AC3E}">
        <p14:creationId xmlns:p14="http://schemas.microsoft.com/office/powerpoint/2010/main" val="2120448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B026-B0E1-4451-9450-41C79D76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55665-E30C-4C0A-B228-9135C28A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Josh Larsen (jlarsen@usgs.gov)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California Water Science Center, Sacramento, CA</a:t>
            </a:r>
          </a:p>
          <a:p>
            <a:r>
              <a:rPr lang="en-US" sz="3200" dirty="0">
                <a:solidFill>
                  <a:schemeClr val="bg1"/>
                </a:solidFill>
              </a:rPr>
              <a:t>Eric Morway (emorway@usgs.gov)</a:t>
            </a:r>
          </a:p>
          <a:p>
            <a:pPr lvl="1"/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Nevada Water Science Center, Carson City, NV</a:t>
            </a:r>
          </a:p>
          <a:p>
            <a:pPr lvl="1"/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8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B205-7FB8-44BD-72B6-14210385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2775-CF0D-C562-910D-D34E484B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Facilities</a:t>
            </a:r>
          </a:p>
          <a:p>
            <a:r>
              <a:rPr lang="en-US" dirty="0"/>
              <a:t>Lunch</a:t>
            </a:r>
          </a:p>
          <a:p>
            <a:r>
              <a:rPr lang="en-US" dirty="0"/>
              <a:t>Transportation</a:t>
            </a:r>
          </a:p>
          <a:p>
            <a:r>
              <a:rPr lang="en-US" dirty="0"/>
              <a:t>Class dinner</a:t>
            </a:r>
          </a:p>
          <a:p>
            <a:r>
              <a:rPr lang="en-US" dirty="0"/>
              <a:t>Internet</a:t>
            </a:r>
          </a:p>
          <a:p>
            <a:r>
              <a:rPr lang="en-US" dirty="0"/>
              <a:t>Software</a:t>
            </a:r>
          </a:p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638809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F4E4D-23DF-CF6F-6327-9F32C617F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Introduce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1444-5E7D-266B-C63D-AE96F558A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are you from?</a:t>
            </a:r>
          </a:p>
          <a:p>
            <a:endParaRPr lang="en-US" dirty="0"/>
          </a:p>
          <a:p>
            <a:r>
              <a:rPr lang="en-US" dirty="0"/>
              <a:t>What is your background in groundwater modeling?</a:t>
            </a:r>
          </a:p>
          <a:p>
            <a:endParaRPr lang="en-US" dirty="0"/>
          </a:p>
          <a:p>
            <a:r>
              <a:rPr lang="en-US" dirty="0"/>
              <a:t>What do you hope to get out of this class?</a:t>
            </a:r>
          </a:p>
          <a:p>
            <a:endParaRPr lang="en-US" dirty="0"/>
          </a:p>
          <a:p>
            <a:r>
              <a:rPr lang="en-US" dirty="0"/>
              <a:t>Favorite travel experience or travel that you’re looking forward to?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592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78B7-9086-465C-9B66-CDD73804D8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75474-94D9-4618-90DB-0D76C5CC0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2B7DB-B46A-4455-BBE9-795D6D258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75" y="0"/>
            <a:ext cx="9239250" cy="692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76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dd02d64-b7f3-43f7-a145-cfd68d338edf}" enabled="1" method="Standard" siteId="{0693b5ba-4b18-4d7b-9341-f32f400a549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104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MODFLOW 6 and Python workflows for developing MODFLOW models   June 25-26 CWEMF – Sacramento, California</vt:lpstr>
      <vt:lpstr>Instructors</vt:lpstr>
      <vt:lpstr>Logistics</vt:lpstr>
      <vt:lpstr>Please Introduce Yourself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Groundwater Modeling using MODFLOW   May 20-24, 2019 SDSU – San Diego, California</dc:title>
  <dc:creator>Sheets, Rodney A</dc:creator>
  <cp:lastModifiedBy>Larsen, Joshua D</cp:lastModifiedBy>
  <cp:revision>5</cp:revision>
  <dcterms:created xsi:type="dcterms:W3CDTF">2019-05-16T11:23:10Z</dcterms:created>
  <dcterms:modified xsi:type="dcterms:W3CDTF">2026-06-25T00:45:28Z</dcterms:modified>
</cp:coreProperties>
</file>