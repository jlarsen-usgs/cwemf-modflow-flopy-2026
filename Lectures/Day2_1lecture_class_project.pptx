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0" r:id="rId5"/>
    <p:sldId id="261" r:id="rId6"/>
    <p:sldId id="259"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950" y="3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1089E-4F8B-43C1-64CD-10B04D0F7A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C3795A9-6700-F07A-F4B1-557B78E011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57D427F-C6C9-EF47-D4DA-AE42CD11D810}"/>
              </a:ext>
            </a:extLst>
          </p:cNvPr>
          <p:cNvSpPr>
            <a:spLocks noGrp="1"/>
          </p:cNvSpPr>
          <p:nvPr>
            <p:ph type="dt" sz="half" idx="10"/>
          </p:nvPr>
        </p:nvSpPr>
        <p:spPr/>
        <p:txBody>
          <a:bodyPr/>
          <a:lstStyle/>
          <a:p>
            <a:fld id="{88D0D8B6-FBA5-4142-8B9B-9319872DEA9D}" type="datetimeFigureOut">
              <a:rPr lang="en-US" smtClean="0"/>
              <a:t>6/25/2026</a:t>
            </a:fld>
            <a:endParaRPr lang="en-US"/>
          </a:p>
        </p:txBody>
      </p:sp>
      <p:sp>
        <p:nvSpPr>
          <p:cNvPr id="5" name="Footer Placeholder 4">
            <a:extLst>
              <a:ext uri="{FF2B5EF4-FFF2-40B4-BE49-F238E27FC236}">
                <a16:creationId xmlns:a16="http://schemas.microsoft.com/office/drawing/2014/main" id="{C0DB0094-AE56-74FD-6024-D6B2E9C4A0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401A2E-C0E2-5701-5722-4DA26A93F56D}"/>
              </a:ext>
            </a:extLst>
          </p:cNvPr>
          <p:cNvSpPr>
            <a:spLocks noGrp="1"/>
          </p:cNvSpPr>
          <p:nvPr>
            <p:ph type="sldNum" sz="quarter" idx="12"/>
          </p:nvPr>
        </p:nvSpPr>
        <p:spPr/>
        <p:txBody>
          <a:bodyPr/>
          <a:lstStyle/>
          <a:p>
            <a:fld id="{77286A49-5A7B-4CD5-9063-6C9AC1A83C56}" type="slidenum">
              <a:rPr lang="en-US" smtClean="0"/>
              <a:t>‹#›</a:t>
            </a:fld>
            <a:endParaRPr lang="en-US"/>
          </a:p>
        </p:txBody>
      </p:sp>
    </p:spTree>
    <p:extLst>
      <p:ext uri="{BB962C8B-B14F-4D97-AF65-F5344CB8AC3E}">
        <p14:creationId xmlns:p14="http://schemas.microsoft.com/office/powerpoint/2010/main" val="2429635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64579-3FAA-C29E-4B97-AA01389649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81CC5F-D811-728E-54AC-0C67313298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94ED6B-FACE-9166-6516-E8C7779DFC1B}"/>
              </a:ext>
            </a:extLst>
          </p:cNvPr>
          <p:cNvSpPr>
            <a:spLocks noGrp="1"/>
          </p:cNvSpPr>
          <p:nvPr>
            <p:ph type="dt" sz="half" idx="10"/>
          </p:nvPr>
        </p:nvSpPr>
        <p:spPr/>
        <p:txBody>
          <a:bodyPr/>
          <a:lstStyle/>
          <a:p>
            <a:fld id="{88D0D8B6-FBA5-4142-8B9B-9319872DEA9D}" type="datetimeFigureOut">
              <a:rPr lang="en-US" smtClean="0"/>
              <a:t>6/25/2026</a:t>
            </a:fld>
            <a:endParaRPr lang="en-US"/>
          </a:p>
        </p:txBody>
      </p:sp>
      <p:sp>
        <p:nvSpPr>
          <p:cNvPr id="5" name="Footer Placeholder 4">
            <a:extLst>
              <a:ext uri="{FF2B5EF4-FFF2-40B4-BE49-F238E27FC236}">
                <a16:creationId xmlns:a16="http://schemas.microsoft.com/office/drawing/2014/main" id="{1C564B60-3AD2-785A-69CF-730114E6BB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40A610-7986-109A-8EC4-FFF1C857AB8D}"/>
              </a:ext>
            </a:extLst>
          </p:cNvPr>
          <p:cNvSpPr>
            <a:spLocks noGrp="1"/>
          </p:cNvSpPr>
          <p:nvPr>
            <p:ph type="sldNum" sz="quarter" idx="12"/>
          </p:nvPr>
        </p:nvSpPr>
        <p:spPr/>
        <p:txBody>
          <a:bodyPr/>
          <a:lstStyle/>
          <a:p>
            <a:fld id="{77286A49-5A7B-4CD5-9063-6C9AC1A83C56}" type="slidenum">
              <a:rPr lang="en-US" smtClean="0"/>
              <a:t>‹#›</a:t>
            </a:fld>
            <a:endParaRPr lang="en-US"/>
          </a:p>
        </p:txBody>
      </p:sp>
    </p:spTree>
    <p:extLst>
      <p:ext uri="{BB962C8B-B14F-4D97-AF65-F5344CB8AC3E}">
        <p14:creationId xmlns:p14="http://schemas.microsoft.com/office/powerpoint/2010/main" val="3093480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6D86D-D10F-3E73-1CF5-9CFCC3CB43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0DE0049-EB8E-DE9C-00A7-0F44F61286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27E117-A4CD-B16E-A332-CA8A5F33DA25}"/>
              </a:ext>
            </a:extLst>
          </p:cNvPr>
          <p:cNvSpPr>
            <a:spLocks noGrp="1"/>
          </p:cNvSpPr>
          <p:nvPr>
            <p:ph type="dt" sz="half" idx="10"/>
          </p:nvPr>
        </p:nvSpPr>
        <p:spPr/>
        <p:txBody>
          <a:bodyPr/>
          <a:lstStyle/>
          <a:p>
            <a:fld id="{88D0D8B6-FBA5-4142-8B9B-9319872DEA9D}" type="datetimeFigureOut">
              <a:rPr lang="en-US" smtClean="0"/>
              <a:t>6/25/2026</a:t>
            </a:fld>
            <a:endParaRPr lang="en-US"/>
          </a:p>
        </p:txBody>
      </p:sp>
      <p:sp>
        <p:nvSpPr>
          <p:cNvPr id="5" name="Footer Placeholder 4">
            <a:extLst>
              <a:ext uri="{FF2B5EF4-FFF2-40B4-BE49-F238E27FC236}">
                <a16:creationId xmlns:a16="http://schemas.microsoft.com/office/drawing/2014/main" id="{3EC168DE-B78F-F44F-999D-FC1A85776C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BE1933-98B5-BC38-7B97-A0D28D10AE4D}"/>
              </a:ext>
            </a:extLst>
          </p:cNvPr>
          <p:cNvSpPr>
            <a:spLocks noGrp="1"/>
          </p:cNvSpPr>
          <p:nvPr>
            <p:ph type="sldNum" sz="quarter" idx="12"/>
          </p:nvPr>
        </p:nvSpPr>
        <p:spPr/>
        <p:txBody>
          <a:bodyPr/>
          <a:lstStyle/>
          <a:p>
            <a:fld id="{77286A49-5A7B-4CD5-9063-6C9AC1A83C56}" type="slidenum">
              <a:rPr lang="en-US" smtClean="0"/>
              <a:t>‹#›</a:t>
            </a:fld>
            <a:endParaRPr lang="en-US"/>
          </a:p>
        </p:txBody>
      </p:sp>
    </p:spTree>
    <p:extLst>
      <p:ext uri="{BB962C8B-B14F-4D97-AF65-F5344CB8AC3E}">
        <p14:creationId xmlns:p14="http://schemas.microsoft.com/office/powerpoint/2010/main" val="1520397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268E6-A5FE-5CFB-B2E1-43BF7DEDB1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1D7373-BFAE-D496-3E94-1FB28A2554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D433BB6-E8BE-6390-EA4A-6B7CBAA49F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F801B96-FC02-F80B-180A-87B4FA49EE9F}"/>
              </a:ext>
            </a:extLst>
          </p:cNvPr>
          <p:cNvSpPr>
            <a:spLocks noGrp="1"/>
          </p:cNvSpPr>
          <p:nvPr>
            <p:ph type="dt" sz="half" idx="10"/>
          </p:nvPr>
        </p:nvSpPr>
        <p:spPr/>
        <p:txBody>
          <a:bodyPr/>
          <a:lstStyle/>
          <a:p>
            <a:fld id="{88D0D8B6-FBA5-4142-8B9B-9319872DEA9D}" type="datetimeFigureOut">
              <a:rPr lang="en-US" smtClean="0"/>
              <a:t>6/25/2026</a:t>
            </a:fld>
            <a:endParaRPr lang="en-US"/>
          </a:p>
        </p:txBody>
      </p:sp>
      <p:sp>
        <p:nvSpPr>
          <p:cNvPr id="6" name="Footer Placeholder 5">
            <a:extLst>
              <a:ext uri="{FF2B5EF4-FFF2-40B4-BE49-F238E27FC236}">
                <a16:creationId xmlns:a16="http://schemas.microsoft.com/office/drawing/2014/main" id="{04531F96-845D-0C0B-E28A-EC54865095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DE2D87-25A8-DE4A-24F5-7F284B4EE1BF}"/>
              </a:ext>
            </a:extLst>
          </p:cNvPr>
          <p:cNvSpPr>
            <a:spLocks noGrp="1"/>
          </p:cNvSpPr>
          <p:nvPr>
            <p:ph type="sldNum" sz="quarter" idx="12"/>
          </p:nvPr>
        </p:nvSpPr>
        <p:spPr/>
        <p:txBody>
          <a:bodyPr/>
          <a:lstStyle/>
          <a:p>
            <a:fld id="{77286A49-5A7B-4CD5-9063-6C9AC1A83C56}" type="slidenum">
              <a:rPr lang="en-US" smtClean="0"/>
              <a:t>‹#›</a:t>
            </a:fld>
            <a:endParaRPr lang="en-US"/>
          </a:p>
        </p:txBody>
      </p:sp>
    </p:spTree>
    <p:extLst>
      <p:ext uri="{BB962C8B-B14F-4D97-AF65-F5344CB8AC3E}">
        <p14:creationId xmlns:p14="http://schemas.microsoft.com/office/powerpoint/2010/main" val="1007691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015A3-C714-5E7A-151D-17AADBEF190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DD40C5-16E6-89B8-C2C0-72F268ED4C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64179E-A31B-2ECA-432F-9726C1AC9E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B12997-26BC-4E62-C6CA-E2EEA8DDE9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8D347F-FAD8-A852-3445-5EFDCE466F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9E8EE9-123E-CE8C-B5A5-6A9CADCED540}"/>
              </a:ext>
            </a:extLst>
          </p:cNvPr>
          <p:cNvSpPr>
            <a:spLocks noGrp="1"/>
          </p:cNvSpPr>
          <p:nvPr>
            <p:ph type="dt" sz="half" idx="10"/>
          </p:nvPr>
        </p:nvSpPr>
        <p:spPr/>
        <p:txBody>
          <a:bodyPr/>
          <a:lstStyle/>
          <a:p>
            <a:fld id="{88D0D8B6-FBA5-4142-8B9B-9319872DEA9D}" type="datetimeFigureOut">
              <a:rPr lang="en-US" smtClean="0"/>
              <a:t>6/25/2026</a:t>
            </a:fld>
            <a:endParaRPr lang="en-US"/>
          </a:p>
        </p:txBody>
      </p:sp>
      <p:sp>
        <p:nvSpPr>
          <p:cNvPr id="8" name="Footer Placeholder 7">
            <a:extLst>
              <a:ext uri="{FF2B5EF4-FFF2-40B4-BE49-F238E27FC236}">
                <a16:creationId xmlns:a16="http://schemas.microsoft.com/office/drawing/2014/main" id="{03FDCBCF-EC06-9007-9B68-50666E2685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1B609D7-E962-EACF-B053-B717A37C973E}"/>
              </a:ext>
            </a:extLst>
          </p:cNvPr>
          <p:cNvSpPr>
            <a:spLocks noGrp="1"/>
          </p:cNvSpPr>
          <p:nvPr>
            <p:ph type="sldNum" sz="quarter" idx="12"/>
          </p:nvPr>
        </p:nvSpPr>
        <p:spPr/>
        <p:txBody>
          <a:bodyPr/>
          <a:lstStyle/>
          <a:p>
            <a:fld id="{77286A49-5A7B-4CD5-9063-6C9AC1A83C56}" type="slidenum">
              <a:rPr lang="en-US" smtClean="0"/>
              <a:t>‹#›</a:t>
            </a:fld>
            <a:endParaRPr lang="en-US"/>
          </a:p>
        </p:txBody>
      </p:sp>
    </p:spTree>
    <p:extLst>
      <p:ext uri="{BB962C8B-B14F-4D97-AF65-F5344CB8AC3E}">
        <p14:creationId xmlns:p14="http://schemas.microsoft.com/office/powerpoint/2010/main" val="3805743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7B491-FE5F-F143-C073-2C571DB0452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5B90A16-529A-E30A-9FEC-AD7F499A5AE6}"/>
              </a:ext>
            </a:extLst>
          </p:cNvPr>
          <p:cNvSpPr>
            <a:spLocks noGrp="1"/>
          </p:cNvSpPr>
          <p:nvPr>
            <p:ph type="dt" sz="half" idx="10"/>
          </p:nvPr>
        </p:nvSpPr>
        <p:spPr/>
        <p:txBody>
          <a:bodyPr/>
          <a:lstStyle/>
          <a:p>
            <a:fld id="{88D0D8B6-FBA5-4142-8B9B-9319872DEA9D}" type="datetimeFigureOut">
              <a:rPr lang="en-US" smtClean="0"/>
              <a:t>6/25/2026</a:t>
            </a:fld>
            <a:endParaRPr lang="en-US"/>
          </a:p>
        </p:txBody>
      </p:sp>
      <p:sp>
        <p:nvSpPr>
          <p:cNvPr id="4" name="Footer Placeholder 3">
            <a:extLst>
              <a:ext uri="{FF2B5EF4-FFF2-40B4-BE49-F238E27FC236}">
                <a16:creationId xmlns:a16="http://schemas.microsoft.com/office/drawing/2014/main" id="{0A634742-153E-A3DF-D395-B0753EEB28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9CDD81-97E7-45E0-723A-40BFB64DBEB0}"/>
              </a:ext>
            </a:extLst>
          </p:cNvPr>
          <p:cNvSpPr>
            <a:spLocks noGrp="1"/>
          </p:cNvSpPr>
          <p:nvPr>
            <p:ph type="sldNum" sz="quarter" idx="12"/>
          </p:nvPr>
        </p:nvSpPr>
        <p:spPr/>
        <p:txBody>
          <a:bodyPr/>
          <a:lstStyle/>
          <a:p>
            <a:fld id="{77286A49-5A7B-4CD5-9063-6C9AC1A83C56}" type="slidenum">
              <a:rPr lang="en-US" smtClean="0"/>
              <a:t>‹#›</a:t>
            </a:fld>
            <a:endParaRPr lang="en-US"/>
          </a:p>
        </p:txBody>
      </p:sp>
    </p:spTree>
    <p:extLst>
      <p:ext uri="{BB962C8B-B14F-4D97-AF65-F5344CB8AC3E}">
        <p14:creationId xmlns:p14="http://schemas.microsoft.com/office/powerpoint/2010/main" val="3280025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1D3DD0-CABA-7149-EB87-E3828EA32A38}"/>
              </a:ext>
            </a:extLst>
          </p:cNvPr>
          <p:cNvSpPr>
            <a:spLocks noGrp="1"/>
          </p:cNvSpPr>
          <p:nvPr>
            <p:ph type="dt" sz="half" idx="10"/>
          </p:nvPr>
        </p:nvSpPr>
        <p:spPr/>
        <p:txBody>
          <a:bodyPr/>
          <a:lstStyle/>
          <a:p>
            <a:fld id="{88D0D8B6-FBA5-4142-8B9B-9319872DEA9D}" type="datetimeFigureOut">
              <a:rPr lang="en-US" smtClean="0"/>
              <a:t>6/25/2026</a:t>
            </a:fld>
            <a:endParaRPr lang="en-US"/>
          </a:p>
        </p:txBody>
      </p:sp>
      <p:sp>
        <p:nvSpPr>
          <p:cNvPr id="3" name="Footer Placeholder 2">
            <a:extLst>
              <a:ext uri="{FF2B5EF4-FFF2-40B4-BE49-F238E27FC236}">
                <a16:creationId xmlns:a16="http://schemas.microsoft.com/office/drawing/2014/main" id="{DEC3D578-2F3A-1E4C-8979-811562DA8E4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3D56CCB-973D-F5AD-8102-23C57EC09F60}"/>
              </a:ext>
            </a:extLst>
          </p:cNvPr>
          <p:cNvSpPr>
            <a:spLocks noGrp="1"/>
          </p:cNvSpPr>
          <p:nvPr>
            <p:ph type="sldNum" sz="quarter" idx="12"/>
          </p:nvPr>
        </p:nvSpPr>
        <p:spPr/>
        <p:txBody>
          <a:bodyPr/>
          <a:lstStyle/>
          <a:p>
            <a:fld id="{77286A49-5A7B-4CD5-9063-6C9AC1A83C56}" type="slidenum">
              <a:rPr lang="en-US" smtClean="0"/>
              <a:t>‹#›</a:t>
            </a:fld>
            <a:endParaRPr lang="en-US"/>
          </a:p>
        </p:txBody>
      </p:sp>
    </p:spTree>
    <p:extLst>
      <p:ext uri="{BB962C8B-B14F-4D97-AF65-F5344CB8AC3E}">
        <p14:creationId xmlns:p14="http://schemas.microsoft.com/office/powerpoint/2010/main" val="2668834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00D8A-7D14-BFE7-0049-BAC2F6D2BE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B79F234-8BDD-BC7C-DE2A-E5C9AA6164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DA0D89-AF16-51B4-C9CA-8E74A3BD0E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33BEEF-B292-2DCD-70DE-404CB6CF00BA}"/>
              </a:ext>
            </a:extLst>
          </p:cNvPr>
          <p:cNvSpPr>
            <a:spLocks noGrp="1"/>
          </p:cNvSpPr>
          <p:nvPr>
            <p:ph type="dt" sz="half" idx="10"/>
          </p:nvPr>
        </p:nvSpPr>
        <p:spPr/>
        <p:txBody>
          <a:bodyPr/>
          <a:lstStyle/>
          <a:p>
            <a:fld id="{88D0D8B6-FBA5-4142-8B9B-9319872DEA9D}" type="datetimeFigureOut">
              <a:rPr lang="en-US" smtClean="0"/>
              <a:t>6/25/2026</a:t>
            </a:fld>
            <a:endParaRPr lang="en-US"/>
          </a:p>
        </p:txBody>
      </p:sp>
      <p:sp>
        <p:nvSpPr>
          <p:cNvPr id="6" name="Footer Placeholder 5">
            <a:extLst>
              <a:ext uri="{FF2B5EF4-FFF2-40B4-BE49-F238E27FC236}">
                <a16:creationId xmlns:a16="http://schemas.microsoft.com/office/drawing/2014/main" id="{5123A398-0F19-E157-8D99-01E0075082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8CB675-FC9F-A811-0600-C73DA8232884}"/>
              </a:ext>
            </a:extLst>
          </p:cNvPr>
          <p:cNvSpPr>
            <a:spLocks noGrp="1"/>
          </p:cNvSpPr>
          <p:nvPr>
            <p:ph type="sldNum" sz="quarter" idx="12"/>
          </p:nvPr>
        </p:nvSpPr>
        <p:spPr/>
        <p:txBody>
          <a:bodyPr/>
          <a:lstStyle/>
          <a:p>
            <a:fld id="{77286A49-5A7B-4CD5-9063-6C9AC1A83C56}" type="slidenum">
              <a:rPr lang="en-US" smtClean="0"/>
              <a:t>‹#›</a:t>
            </a:fld>
            <a:endParaRPr lang="en-US"/>
          </a:p>
        </p:txBody>
      </p:sp>
    </p:spTree>
    <p:extLst>
      <p:ext uri="{BB962C8B-B14F-4D97-AF65-F5344CB8AC3E}">
        <p14:creationId xmlns:p14="http://schemas.microsoft.com/office/powerpoint/2010/main" val="4249262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08DA7-255F-F7CC-35A6-246B2D5FE6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13EBCB-A8EE-6794-FCAD-1703D6A2B8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139E1D-86B2-C2F6-D3A9-9960362C4D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D5A65A-F3E7-1A0D-7330-A9F6C36ACA0F}"/>
              </a:ext>
            </a:extLst>
          </p:cNvPr>
          <p:cNvSpPr>
            <a:spLocks noGrp="1"/>
          </p:cNvSpPr>
          <p:nvPr>
            <p:ph type="dt" sz="half" idx="10"/>
          </p:nvPr>
        </p:nvSpPr>
        <p:spPr/>
        <p:txBody>
          <a:bodyPr/>
          <a:lstStyle/>
          <a:p>
            <a:fld id="{88D0D8B6-FBA5-4142-8B9B-9319872DEA9D}" type="datetimeFigureOut">
              <a:rPr lang="en-US" smtClean="0"/>
              <a:t>6/25/2026</a:t>
            </a:fld>
            <a:endParaRPr lang="en-US"/>
          </a:p>
        </p:txBody>
      </p:sp>
      <p:sp>
        <p:nvSpPr>
          <p:cNvPr id="6" name="Footer Placeholder 5">
            <a:extLst>
              <a:ext uri="{FF2B5EF4-FFF2-40B4-BE49-F238E27FC236}">
                <a16:creationId xmlns:a16="http://schemas.microsoft.com/office/drawing/2014/main" id="{6003D567-083C-0E56-96D9-02A1A9B7BF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4C078F-CBB1-C4AA-011F-0E82882667DF}"/>
              </a:ext>
            </a:extLst>
          </p:cNvPr>
          <p:cNvSpPr>
            <a:spLocks noGrp="1"/>
          </p:cNvSpPr>
          <p:nvPr>
            <p:ph type="sldNum" sz="quarter" idx="12"/>
          </p:nvPr>
        </p:nvSpPr>
        <p:spPr/>
        <p:txBody>
          <a:bodyPr/>
          <a:lstStyle/>
          <a:p>
            <a:fld id="{77286A49-5A7B-4CD5-9063-6C9AC1A83C56}" type="slidenum">
              <a:rPr lang="en-US" smtClean="0"/>
              <a:t>‹#›</a:t>
            </a:fld>
            <a:endParaRPr lang="en-US"/>
          </a:p>
        </p:txBody>
      </p:sp>
    </p:spTree>
    <p:extLst>
      <p:ext uri="{BB962C8B-B14F-4D97-AF65-F5344CB8AC3E}">
        <p14:creationId xmlns:p14="http://schemas.microsoft.com/office/powerpoint/2010/main" val="3209544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52F5E-6FFD-B5DB-034C-76F8619AD3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1A0E0C5-AB1A-9944-1C8C-0EB14FC940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B2D93D-6575-E331-D1C8-F09E9D37D4DE}"/>
              </a:ext>
            </a:extLst>
          </p:cNvPr>
          <p:cNvSpPr>
            <a:spLocks noGrp="1"/>
          </p:cNvSpPr>
          <p:nvPr>
            <p:ph type="dt" sz="half" idx="10"/>
          </p:nvPr>
        </p:nvSpPr>
        <p:spPr/>
        <p:txBody>
          <a:bodyPr/>
          <a:lstStyle/>
          <a:p>
            <a:fld id="{88D0D8B6-FBA5-4142-8B9B-9319872DEA9D}" type="datetimeFigureOut">
              <a:rPr lang="en-US" smtClean="0"/>
              <a:t>6/25/2026</a:t>
            </a:fld>
            <a:endParaRPr lang="en-US"/>
          </a:p>
        </p:txBody>
      </p:sp>
      <p:sp>
        <p:nvSpPr>
          <p:cNvPr id="5" name="Footer Placeholder 4">
            <a:extLst>
              <a:ext uri="{FF2B5EF4-FFF2-40B4-BE49-F238E27FC236}">
                <a16:creationId xmlns:a16="http://schemas.microsoft.com/office/drawing/2014/main" id="{862E25E8-1CDE-ECF3-E589-35562B79A2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456FE8-F627-3596-ADA3-43D22A8290AE}"/>
              </a:ext>
            </a:extLst>
          </p:cNvPr>
          <p:cNvSpPr>
            <a:spLocks noGrp="1"/>
          </p:cNvSpPr>
          <p:nvPr>
            <p:ph type="sldNum" sz="quarter" idx="12"/>
          </p:nvPr>
        </p:nvSpPr>
        <p:spPr/>
        <p:txBody>
          <a:bodyPr/>
          <a:lstStyle/>
          <a:p>
            <a:fld id="{77286A49-5A7B-4CD5-9063-6C9AC1A83C56}" type="slidenum">
              <a:rPr lang="en-US" smtClean="0"/>
              <a:t>‹#›</a:t>
            </a:fld>
            <a:endParaRPr lang="en-US"/>
          </a:p>
        </p:txBody>
      </p:sp>
    </p:spTree>
    <p:extLst>
      <p:ext uri="{BB962C8B-B14F-4D97-AF65-F5344CB8AC3E}">
        <p14:creationId xmlns:p14="http://schemas.microsoft.com/office/powerpoint/2010/main" val="52489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2A238F-26FE-83B5-9928-D9347179E4F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F3760FF-4184-034E-6D16-6BCDCB9FC3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6BD245-323A-3D71-C489-6E77E8F04FAB}"/>
              </a:ext>
            </a:extLst>
          </p:cNvPr>
          <p:cNvSpPr>
            <a:spLocks noGrp="1"/>
          </p:cNvSpPr>
          <p:nvPr>
            <p:ph type="dt" sz="half" idx="10"/>
          </p:nvPr>
        </p:nvSpPr>
        <p:spPr/>
        <p:txBody>
          <a:bodyPr/>
          <a:lstStyle/>
          <a:p>
            <a:fld id="{88D0D8B6-FBA5-4142-8B9B-9319872DEA9D}" type="datetimeFigureOut">
              <a:rPr lang="en-US" smtClean="0"/>
              <a:t>6/25/2026</a:t>
            </a:fld>
            <a:endParaRPr lang="en-US"/>
          </a:p>
        </p:txBody>
      </p:sp>
      <p:sp>
        <p:nvSpPr>
          <p:cNvPr id="5" name="Footer Placeholder 4">
            <a:extLst>
              <a:ext uri="{FF2B5EF4-FFF2-40B4-BE49-F238E27FC236}">
                <a16:creationId xmlns:a16="http://schemas.microsoft.com/office/drawing/2014/main" id="{4195BEE9-7682-B325-1102-966353345D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69E64D-F9E2-46FC-A9D3-C17704D2CCCB}"/>
              </a:ext>
            </a:extLst>
          </p:cNvPr>
          <p:cNvSpPr>
            <a:spLocks noGrp="1"/>
          </p:cNvSpPr>
          <p:nvPr>
            <p:ph type="sldNum" sz="quarter" idx="12"/>
          </p:nvPr>
        </p:nvSpPr>
        <p:spPr/>
        <p:txBody>
          <a:bodyPr/>
          <a:lstStyle/>
          <a:p>
            <a:fld id="{77286A49-5A7B-4CD5-9063-6C9AC1A83C56}" type="slidenum">
              <a:rPr lang="en-US" smtClean="0"/>
              <a:t>‹#›</a:t>
            </a:fld>
            <a:endParaRPr lang="en-US"/>
          </a:p>
        </p:txBody>
      </p:sp>
    </p:spTree>
    <p:extLst>
      <p:ext uri="{BB962C8B-B14F-4D97-AF65-F5344CB8AC3E}">
        <p14:creationId xmlns:p14="http://schemas.microsoft.com/office/powerpoint/2010/main" val="1960022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A23A53-7459-7414-597B-E14920E329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66207A5-F011-C4A4-3342-968B8DFC57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5D7C3C-BAB2-36A5-2731-5D371250C3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8D0D8B6-FBA5-4142-8B9B-9319872DEA9D}" type="datetimeFigureOut">
              <a:rPr lang="en-US" smtClean="0"/>
              <a:t>6/25/2026</a:t>
            </a:fld>
            <a:endParaRPr lang="en-US"/>
          </a:p>
        </p:txBody>
      </p:sp>
      <p:sp>
        <p:nvSpPr>
          <p:cNvPr id="5" name="Footer Placeholder 4">
            <a:extLst>
              <a:ext uri="{FF2B5EF4-FFF2-40B4-BE49-F238E27FC236}">
                <a16:creationId xmlns:a16="http://schemas.microsoft.com/office/drawing/2014/main" id="{170111D8-8679-FA16-5127-220837BDFE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15EF1A4-ECD4-F9D9-C90F-E0FEC763ED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286A49-5A7B-4CD5-9063-6C9AC1A83C56}" type="slidenum">
              <a:rPr lang="en-US" smtClean="0"/>
              <a:t>‹#›</a:t>
            </a:fld>
            <a:endParaRPr lang="en-US"/>
          </a:p>
        </p:txBody>
      </p:sp>
    </p:spTree>
    <p:extLst>
      <p:ext uri="{BB962C8B-B14F-4D97-AF65-F5344CB8AC3E}">
        <p14:creationId xmlns:p14="http://schemas.microsoft.com/office/powerpoint/2010/main" val="1209110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AAD30-F0A9-3ABD-E1DD-28867BBD4A63}"/>
              </a:ext>
            </a:extLst>
          </p:cNvPr>
          <p:cNvSpPr>
            <a:spLocks noGrp="1"/>
          </p:cNvSpPr>
          <p:nvPr>
            <p:ph type="ctrTitle"/>
          </p:nvPr>
        </p:nvSpPr>
        <p:spPr/>
        <p:txBody>
          <a:bodyPr/>
          <a:lstStyle/>
          <a:p>
            <a:r>
              <a:rPr lang="en-US" dirty="0"/>
              <a:t>McDonald Valley Project</a:t>
            </a:r>
          </a:p>
        </p:txBody>
      </p:sp>
    </p:spTree>
    <p:extLst>
      <p:ext uri="{BB962C8B-B14F-4D97-AF65-F5344CB8AC3E}">
        <p14:creationId xmlns:p14="http://schemas.microsoft.com/office/powerpoint/2010/main" val="3866784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9F70A-D277-E1B1-70D3-7AD89BC66BFF}"/>
              </a:ext>
            </a:extLst>
          </p:cNvPr>
          <p:cNvSpPr>
            <a:spLocks noGrp="1"/>
          </p:cNvSpPr>
          <p:nvPr>
            <p:ph type="title"/>
          </p:nvPr>
        </p:nvSpPr>
        <p:spPr/>
        <p:txBody>
          <a:bodyPr/>
          <a:lstStyle/>
          <a:p>
            <a:r>
              <a:rPr lang="en-US" dirty="0"/>
              <a:t>Exercise Description</a:t>
            </a:r>
          </a:p>
        </p:txBody>
      </p:sp>
      <p:sp>
        <p:nvSpPr>
          <p:cNvPr id="3" name="Content Placeholder 2">
            <a:extLst>
              <a:ext uri="{FF2B5EF4-FFF2-40B4-BE49-F238E27FC236}">
                <a16:creationId xmlns:a16="http://schemas.microsoft.com/office/drawing/2014/main" id="{AB6DC668-E9E1-BC17-F17F-9C39A7152F60}"/>
              </a:ext>
            </a:extLst>
          </p:cNvPr>
          <p:cNvSpPr>
            <a:spLocks noGrp="1"/>
          </p:cNvSpPr>
          <p:nvPr>
            <p:ph idx="1"/>
          </p:nvPr>
        </p:nvSpPr>
        <p:spPr>
          <a:xfrm>
            <a:off x="838200" y="1325882"/>
            <a:ext cx="10515600" cy="5228705"/>
          </a:xfrm>
        </p:spPr>
        <p:txBody>
          <a:bodyPr>
            <a:normAutofit fontScale="70000" lnSpcReduction="20000"/>
          </a:bodyPr>
          <a:lstStyle/>
          <a:p>
            <a:pPr marL="0" indent="0">
              <a:buNone/>
            </a:pPr>
            <a:br>
              <a:rPr lang="en-US" dirty="0"/>
            </a:br>
            <a:r>
              <a:rPr lang="en-US" dirty="0"/>
              <a:t>McDonald Valley Exercise</a:t>
            </a:r>
            <a:br>
              <a:rPr lang="en-US" dirty="0"/>
            </a:br>
            <a:br>
              <a:rPr lang="en-US" dirty="0"/>
            </a:br>
            <a:r>
              <a:rPr lang="en-US" dirty="0"/>
              <a:t>In this problem, we've designed a hypothetical field problem that parallels the model construction and calibration process much like a real field problem. This exercise is intended to give the student experience in building a flow model from GIS data sets and performing some hand calibration on that flow model.</a:t>
            </a:r>
            <a:br>
              <a:rPr lang="en-US" dirty="0"/>
            </a:br>
            <a:br>
              <a:rPr lang="en-US" dirty="0"/>
            </a:br>
            <a:r>
              <a:rPr lang="en-US" dirty="0"/>
              <a:t>This problem will be approached in 3 - 4 stages depending on time:</a:t>
            </a:r>
            <a:br>
              <a:rPr lang="en-US" dirty="0"/>
            </a:br>
            <a:br>
              <a:rPr lang="en-US" dirty="0"/>
            </a:br>
            <a:r>
              <a:rPr lang="en-US" b="1" dirty="0"/>
              <a:t>Stage 1:</a:t>
            </a:r>
            <a:r>
              <a:rPr lang="en-US" dirty="0"/>
              <a:t> Review the included information and project objectives to design an effective approach to simulating the system. In this stage you may want to consider the pros and cons of various boundary conditions, discretization schemes, etc...</a:t>
            </a:r>
            <a:br>
              <a:rPr lang="en-US" dirty="0"/>
            </a:br>
            <a:br>
              <a:rPr lang="en-US" dirty="0"/>
            </a:br>
            <a:r>
              <a:rPr lang="en-US" b="1" dirty="0"/>
              <a:t>Stage 2:</a:t>
            </a:r>
            <a:r>
              <a:rPr lang="en-US" dirty="0"/>
              <a:t> Develop a model for the predevelopment condition based on the existing data that are provided to you</a:t>
            </a:r>
            <a:br>
              <a:rPr lang="en-US" dirty="0"/>
            </a:br>
            <a:br>
              <a:rPr lang="en-US" dirty="0"/>
            </a:br>
            <a:r>
              <a:rPr lang="en-US" b="1" dirty="0"/>
              <a:t>Stage 3:</a:t>
            </a:r>
            <a:r>
              <a:rPr lang="en-US" dirty="0"/>
              <a:t> Calibrate the model using "hand calibration" techniques. *Note* we will give you an example of how to update an existing boundary condition with </a:t>
            </a:r>
            <a:r>
              <a:rPr lang="en-US" dirty="0" err="1"/>
              <a:t>FloPy</a:t>
            </a:r>
            <a:br>
              <a:rPr lang="en-US" dirty="0"/>
            </a:br>
            <a:br>
              <a:rPr lang="en-US" dirty="0"/>
            </a:br>
            <a:r>
              <a:rPr lang="en-US" b="1" dirty="0"/>
              <a:t>Stage 4: </a:t>
            </a:r>
            <a:r>
              <a:rPr lang="en-US" dirty="0"/>
              <a:t>Simulate the effects of the proposed stresses on the system using the calibrated model from stage 3.</a:t>
            </a:r>
          </a:p>
          <a:p>
            <a:endParaRPr lang="en-US" dirty="0"/>
          </a:p>
        </p:txBody>
      </p:sp>
    </p:spTree>
    <p:extLst>
      <p:ext uri="{BB962C8B-B14F-4D97-AF65-F5344CB8AC3E}">
        <p14:creationId xmlns:p14="http://schemas.microsoft.com/office/powerpoint/2010/main" val="1804089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10;&#10;AI-generated content may be incorrect.">
            <a:extLst>
              <a:ext uri="{FF2B5EF4-FFF2-40B4-BE49-F238E27FC236}">
                <a16:creationId xmlns:a16="http://schemas.microsoft.com/office/drawing/2014/main" id="{8A585ABF-FBF0-1700-3400-97F9295A5F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0492" y="429808"/>
            <a:ext cx="8951407" cy="6428192"/>
          </a:xfrm>
          <a:prstGeom prst="rect">
            <a:avLst/>
          </a:prstGeom>
        </p:spPr>
      </p:pic>
      <p:sp>
        <p:nvSpPr>
          <p:cNvPr id="2" name="Title 1">
            <a:extLst>
              <a:ext uri="{FF2B5EF4-FFF2-40B4-BE49-F238E27FC236}">
                <a16:creationId xmlns:a16="http://schemas.microsoft.com/office/drawing/2014/main" id="{06233D5C-B6D2-FFB5-A585-3FF1DEA56E6F}"/>
              </a:ext>
            </a:extLst>
          </p:cNvPr>
          <p:cNvSpPr>
            <a:spLocks noGrp="1"/>
          </p:cNvSpPr>
          <p:nvPr>
            <p:ph type="title"/>
          </p:nvPr>
        </p:nvSpPr>
        <p:spPr>
          <a:xfrm>
            <a:off x="838200" y="-11688"/>
            <a:ext cx="10515600" cy="1325563"/>
          </a:xfrm>
        </p:spPr>
        <p:txBody>
          <a:bodyPr/>
          <a:lstStyle/>
          <a:p>
            <a:r>
              <a:rPr lang="en-US" dirty="0"/>
              <a:t>Study Area</a:t>
            </a:r>
          </a:p>
        </p:txBody>
      </p:sp>
    </p:spTree>
    <p:extLst>
      <p:ext uri="{BB962C8B-B14F-4D97-AF65-F5344CB8AC3E}">
        <p14:creationId xmlns:p14="http://schemas.microsoft.com/office/powerpoint/2010/main" val="2679446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A830D-6F6F-4283-F434-3B47644B8693}"/>
              </a:ext>
            </a:extLst>
          </p:cNvPr>
          <p:cNvSpPr>
            <a:spLocks noGrp="1"/>
          </p:cNvSpPr>
          <p:nvPr>
            <p:ph type="title"/>
          </p:nvPr>
        </p:nvSpPr>
        <p:spPr>
          <a:xfrm>
            <a:off x="838200" y="365125"/>
            <a:ext cx="3733800" cy="1325563"/>
          </a:xfrm>
        </p:spPr>
        <p:txBody>
          <a:bodyPr/>
          <a:lstStyle/>
          <a:p>
            <a:r>
              <a:rPr lang="en-US" dirty="0"/>
              <a:t>Water table elevations</a:t>
            </a:r>
          </a:p>
        </p:txBody>
      </p:sp>
      <p:pic>
        <p:nvPicPr>
          <p:cNvPr id="5" name="Picture 4" descr="Diagram&#10;&#10;AI-generated content may be incorrect.">
            <a:extLst>
              <a:ext uri="{FF2B5EF4-FFF2-40B4-BE49-F238E27FC236}">
                <a16:creationId xmlns:a16="http://schemas.microsoft.com/office/drawing/2014/main" id="{1C1C3DAC-B261-FB59-F4B7-EFC8A1CC46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68340" y="128053"/>
            <a:ext cx="5303323" cy="6729947"/>
          </a:xfrm>
          <a:prstGeom prst="rect">
            <a:avLst/>
          </a:prstGeom>
        </p:spPr>
      </p:pic>
    </p:spTree>
    <p:extLst>
      <p:ext uri="{BB962C8B-B14F-4D97-AF65-F5344CB8AC3E}">
        <p14:creationId xmlns:p14="http://schemas.microsoft.com/office/powerpoint/2010/main" val="1726320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94CC7-E2BE-3055-91C2-EAD2B5CB2032}"/>
              </a:ext>
            </a:extLst>
          </p:cNvPr>
          <p:cNvSpPr>
            <a:spLocks noGrp="1"/>
          </p:cNvSpPr>
          <p:nvPr>
            <p:ph type="title"/>
          </p:nvPr>
        </p:nvSpPr>
        <p:spPr/>
        <p:txBody>
          <a:bodyPr/>
          <a:lstStyle/>
          <a:p>
            <a:r>
              <a:rPr lang="en-US" dirty="0"/>
              <a:t>Background and problem statement</a:t>
            </a:r>
          </a:p>
        </p:txBody>
      </p:sp>
      <p:sp>
        <p:nvSpPr>
          <p:cNvPr id="3" name="Content Placeholder 2">
            <a:extLst>
              <a:ext uri="{FF2B5EF4-FFF2-40B4-BE49-F238E27FC236}">
                <a16:creationId xmlns:a16="http://schemas.microsoft.com/office/drawing/2014/main" id="{4F878ED0-9165-032A-0C74-CF0AB7B11538}"/>
              </a:ext>
            </a:extLst>
          </p:cNvPr>
          <p:cNvSpPr>
            <a:spLocks noGrp="1"/>
          </p:cNvSpPr>
          <p:nvPr>
            <p:ph idx="1"/>
          </p:nvPr>
        </p:nvSpPr>
        <p:spPr/>
        <p:txBody>
          <a:bodyPr/>
          <a:lstStyle/>
          <a:p>
            <a:r>
              <a:rPr lang="en-US" dirty="0"/>
              <a:t>Information stored in 04_class_project.ipynb</a:t>
            </a:r>
          </a:p>
        </p:txBody>
      </p:sp>
    </p:spTree>
    <p:extLst>
      <p:ext uri="{BB962C8B-B14F-4D97-AF65-F5344CB8AC3E}">
        <p14:creationId xmlns:p14="http://schemas.microsoft.com/office/powerpoint/2010/main" val="1726660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CD213-BDA0-36EA-8ECC-0B3AEB8166F1}"/>
              </a:ext>
            </a:extLst>
          </p:cNvPr>
          <p:cNvSpPr>
            <a:spLocks noGrp="1"/>
          </p:cNvSpPr>
          <p:nvPr>
            <p:ph type="title"/>
          </p:nvPr>
        </p:nvSpPr>
        <p:spPr/>
        <p:txBody>
          <a:bodyPr/>
          <a:lstStyle/>
          <a:p>
            <a:r>
              <a:rPr lang="en-US" dirty="0"/>
              <a:t>Problem formulation:</a:t>
            </a:r>
          </a:p>
        </p:txBody>
      </p:sp>
      <p:sp>
        <p:nvSpPr>
          <p:cNvPr id="3" name="Content Placeholder 2">
            <a:extLst>
              <a:ext uri="{FF2B5EF4-FFF2-40B4-BE49-F238E27FC236}">
                <a16:creationId xmlns:a16="http://schemas.microsoft.com/office/drawing/2014/main" id="{71F4552B-2747-40D6-F5BB-6B49AE7D4B86}"/>
              </a:ext>
            </a:extLst>
          </p:cNvPr>
          <p:cNvSpPr>
            <a:spLocks noGrp="1"/>
          </p:cNvSpPr>
          <p:nvPr>
            <p:ph idx="1"/>
          </p:nvPr>
        </p:nvSpPr>
        <p:spPr>
          <a:xfrm>
            <a:off x="838200" y="1559114"/>
            <a:ext cx="10515600" cy="4887633"/>
          </a:xfrm>
        </p:spPr>
        <p:txBody>
          <a:bodyPr>
            <a:normAutofit fontScale="92500" lnSpcReduction="20000"/>
          </a:bodyPr>
          <a:lstStyle/>
          <a:p>
            <a:pPr marL="0" indent="0">
              <a:buNone/>
            </a:pPr>
            <a:r>
              <a:rPr lang="en-US" dirty="0"/>
              <a:t>Take a few minutes to think through these questions and come up with a conceptual model of McDonald Valley.</a:t>
            </a:r>
          </a:p>
          <a:p>
            <a:pPr marL="0" indent="0">
              <a:buNone/>
            </a:pPr>
            <a:endParaRPr lang="en-US" sz="1300" dirty="0"/>
          </a:p>
          <a:p>
            <a:pPr marL="514350" indent="-514350">
              <a:buFont typeface="+mj-lt"/>
              <a:buAutoNum type="arabicPeriod"/>
            </a:pPr>
            <a:r>
              <a:rPr lang="en-US" dirty="0"/>
              <a:t>Describe the elements of the hydrology of the system that you believe will be the most important in your analysis</a:t>
            </a:r>
          </a:p>
          <a:p>
            <a:pPr marL="514350" indent="-514350">
              <a:buFont typeface="+mj-lt"/>
              <a:buAutoNum type="arabicPeriod"/>
            </a:pPr>
            <a:r>
              <a:rPr lang="en-US" dirty="0"/>
              <a:t>Describe how you would treat the boundary conditions and stresses</a:t>
            </a:r>
          </a:p>
          <a:p>
            <a:pPr marL="514350" indent="-514350">
              <a:buFont typeface="+mj-lt"/>
              <a:buAutoNum type="arabicPeriod"/>
            </a:pPr>
            <a:r>
              <a:rPr lang="en-US" dirty="0"/>
              <a:t>Think about how you would incorporate the effects of the lake and river into this model? How will you simulate them and with which package(s)</a:t>
            </a:r>
          </a:p>
          <a:p>
            <a:pPr marL="514350" indent="-514350">
              <a:buFont typeface="+mj-lt"/>
              <a:buAutoNum type="arabicPeriod"/>
            </a:pPr>
            <a:r>
              <a:rPr lang="en-US" dirty="0"/>
              <a:t>Write a water budget for the lake given the information that you have. Is the lake a net source or sink of water for the groundwater system? Can you make a quantitative estimate of the net rate of groundwater recharge or discharge due to the lake.</a:t>
            </a:r>
          </a:p>
          <a:p>
            <a:pPr marL="514350" indent="-514350">
              <a:buFont typeface="+mj-lt"/>
              <a:buAutoNum type="arabicPeriod"/>
            </a:pPr>
            <a:r>
              <a:rPr lang="en-US" dirty="0"/>
              <a:t>What is the total amount of recharge to McDonald Valley and how is it distributed?</a:t>
            </a:r>
          </a:p>
        </p:txBody>
      </p:sp>
    </p:spTree>
    <p:extLst>
      <p:ext uri="{BB962C8B-B14F-4D97-AF65-F5344CB8AC3E}">
        <p14:creationId xmlns:p14="http://schemas.microsoft.com/office/powerpoint/2010/main" val="7117447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dd02d64-b7f3-43f7-a145-cfd68d338edf}" enabled="1" method="Standard" siteId="{0693b5ba-4b18-4d7b-9341-f32f400a5494}" contentBits="0" removed="0"/>
</clbl:labelList>
</file>

<file path=docProps/app.xml><?xml version="1.0" encoding="utf-8"?>
<Properties xmlns="http://schemas.openxmlformats.org/officeDocument/2006/extended-properties" xmlns:vt="http://schemas.openxmlformats.org/officeDocument/2006/docPropsVTypes">
  <TotalTime>15</TotalTime>
  <Words>369</Words>
  <Application>Microsoft Office PowerPoint</Application>
  <PresentationFormat>Widescreen</PresentationFormat>
  <Paragraphs>15</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McDonald Valley Project</vt:lpstr>
      <vt:lpstr>Exercise Description</vt:lpstr>
      <vt:lpstr>Study Area</vt:lpstr>
      <vt:lpstr>Water table elevations</vt:lpstr>
      <vt:lpstr>Background and problem statement</vt:lpstr>
      <vt:lpstr>Problem formulation: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Larsen, Joshua D</dc:creator>
  <cp:lastModifiedBy>Larsen, Joshua D</cp:lastModifiedBy>
  <cp:revision>2</cp:revision>
  <dcterms:created xsi:type="dcterms:W3CDTF">2026-06-26T05:41:43Z</dcterms:created>
  <dcterms:modified xsi:type="dcterms:W3CDTF">2026-06-26T05:58:54Z</dcterms:modified>
</cp:coreProperties>
</file>